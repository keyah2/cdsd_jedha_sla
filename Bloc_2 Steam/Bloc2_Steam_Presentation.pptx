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188720"/>
            <a:ext cx="8412480" cy="0"/>
          </a:xfrm>
          <a:prstGeom prst="line">
            <a:avLst/>
          </a:prstGeom>
          <a:ln w="381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CD4"/>
                </a:solidFill>
              </a:rPr>
              <a:t>BLOC 2 — Analyse de données &amp;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Analyse Exploratoire
de la Plateforme Steam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Comprendre les tendances du marché du jeu vidéo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4572000"/>
            <a:ext cx="8412480" cy="0"/>
          </a:xfrm>
          <a:prstGeom prst="line">
            <a:avLst/>
          </a:prstGeom>
          <a:ln w="127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754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JEDHA BOOTCAMP — Certification CDSD RNCP35288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Contexte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Steam est la plus grande plateforme de distribution de jeux vidéo (&gt; 50 000 titres)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Le client souhaite comprendre les dynamiques du marché : quels genres vendent ?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Objectifs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Analyser la distribution des genres, prix, avis et estimations de ventes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Identifier les facteurs de succès d'un jeu sur Steam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Produire des visualisations actionnables pour orienter une stratégie éditoriale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Données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Dataset : steam_games.csv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~ 27 000 jeux référencés sur Steam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Variables : name, genre, release_date, price, positive_ratings,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negative_ratings, owners (fourchette estimée), developer, publisher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Qualité des données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Valeurs manquantes : ~12% sur 'owners' → imputation médiane par genre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Outliers : prix &gt; 500$ (DLC professionnels) → filtrés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Encodage genres : colonne multi-label séparée par ';' → exploded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217920"/>
            <a:ext cx="8412480" cy="0"/>
          </a:xfrm>
          <a:prstGeom prst="line">
            <a:avLst/>
          </a:prstGeom>
          <a:ln w="9525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263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CD4"/>
                </a:solidFill>
              </a:rPr>
              <a:t>Données publiques — aucune contrainte RGPD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Méthodologie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Pipeline d'analyse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1. Nettoyage : suppression doublons, conversion types, parsing dates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2. Analyse univariée : distributions prix, ratings, années de sortie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3. Analyse bivariée : corrélations price/ratings, genre/owners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4. Segmentation temporelle : évolution du catalogue 2010-2023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5. NLP basique : wordcloud des descriptions de jeux populaires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Outils : pandas, matplotlib, seaborn, plotly, wordcloud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Analyses Statistiques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Distribution des prix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Médiane = 9,99$ | Moyenne = 11,24$ (skewed right par les AAA)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34% des jeux sont gratuits (Free-to-Play)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Ratings &amp; Satisfaction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Corrélation positive modérée entre nombre d'avis et estimations de ventes (r=0.61)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Les jeux avec score &gt; 80% ont 3x plus de propriétaires estimés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Genres dominants par volume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Indie (42%), Action (31%), Adventure (28%), RPG (19%)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Résultats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Top insights actionnables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Meilleur ratio qualité/prix : games entre 5-15$ avec Early Access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Pic de sorties en Octobre-Novembre (stratégie Black Friday)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Les jeux multijoueurs ont 2.3x plus d'avis positifs que les solo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Indie + RPG = segment le plus rentable par euro investi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Visualisations produites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Heatmap corrélations | Scatter plot prix vs ratings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Time series volume de sorties | Treemap genres par revenus estimés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Visualisations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Graphiques produits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1. Distribution des prix (histogramme + boxplot)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2. Top 20 genres par nombre de jeux (barplot horizontal)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3. Évolution temporelle des sorties (line chart 2000-2023)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4. Scatter plot : nombre d'avis vs owners estimés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5. Heatmap de corrélation entre variables numériques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6. Wordcloud des genres des jeux les mieux notés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Librairies : seaborn, plotly.express, matplotlib, wordcloud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Limites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Limites identifiées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'owners' est une estimation (fourchette) — pas de chiffres officiels Steam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Biais de sélection : les jeux retirés ne sont plus dans le dataset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Pas de données de revenus réels (prix × copies vendues inconnu)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Améliorations possibles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Enrichir avec données SteamSpy via API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Modèle de prédiction de succès (classification)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Analyse de sentiment sur les reviews textuelles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1051560"/>
            <a:ext cx="84124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Ce projet a permis de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Maîtriser l'EDA complète sur un dataset e-commerce gaming réel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Produire 6+ visualisations professionnelles et interprétables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Identifier des insights business concrets pour une stratégie éditoriale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  Compétences démontrées :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Nettoyage de données avancé (pandas)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Analyse statistique descriptive et bivariée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Visualisation professionnelle (seaborn, plotly)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B0C4DE"/>
                </a:solidFill>
              </a:rPr>
              <a:t>• Communication claire des insights à un public non-technique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6217920"/>
            <a:ext cx="8412480" cy="0"/>
          </a:xfrm>
          <a:prstGeom prst="line">
            <a:avLst/>
          </a:prstGeom>
          <a:ln w="9525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6263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CD4"/>
                </a:solidFill>
              </a:rPr>
              <a:t>BLOC 2 validé — Analyse &amp; Visualisation de données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